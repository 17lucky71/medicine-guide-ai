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서비스 소개와 팀원 소개로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약봉투의 글자가 작고 용어가 어렵다는 점, 새 약이 기존 약과 겹치는지 알기 어렵다는 점을 설명합니다. 통계 수치는 출처를 확인한 뒤에만 추가합니다.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 흐름을 4단계로 설명합니다. 사용자가 직접 확인하는 단계를 둔 이유는 AI가 틀릴 수 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배포된 서비스의 실제 화면입니다. 왼쪽은 첫 화면(동의·주의 문구), 오른쪽은 분석 결과와 저장된 약과의 비교 안내입니다.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멀티모달 AI와 Long-term Memory 두 가지를 사용했고, 새 약 비교 기능에서 두 요소를 함께 씁니다. 프롬프트에는 추측 금지, 개인정보 제외, 줄 그어진 약 제외 규칙을 넣었습니다.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브라우저에서 Vercel 서버리스 함수로 사진과 저장된 약 목록을 보내고, 함수가 Gemini를 호출합니다. API 키는 서버 환경변수에만 있습니다. 이미지는 서버에 저장하지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기술을 고른 이유입니다. 복용 약을 서버 DB가 아니라 브라우저에 저장한 것은 개인정보를 서버에 두지 않기 위한 선택이며, 그 한계는 한계 슬라이드에서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개발 중 실제로 겪은 문제 네 가지와 해결 방법입니다. 특히 AI가 약 이름을 잘못 읽는 문제를 사용자 확인 단계로 보완한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팀원이 아닌 사용자 5명 이상의 테스트 결과를 docs/05_사용자피드백기록.md에 기록한 뒤 이 슬라이드를 채웁니다. 아직 결과가 없으면 진행 중이라고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생성 안내, 동의, 개인정보 최소화 세 가지를 지켰습니다.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한계를 숨기지 않고 설명합니다. 로그인과 DB는 시간 부족으로 하지 못한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명의 역할과 협업 기록입니다. 실제 담당은 팀에서 확인한 내용으로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algun Gothic"/>
              </a:rPr>
              <a:t>의약품 안내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BFD8F5"/>
                </a:solidFill>
                <a:latin typeface="Malgun Gothic"/>
              </a:rPr>
              <a:t>처방전·약봉투 사진 한 장으로 복약 정보를 쉽게 확인하는 노년층 대상 AI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93C5FD"/>
                </a:solidFill>
                <a:latin typeface="Malgun Gothic"/>
              </a:rPr>
              <a:t>최영진 · 장보윤 · 이채리   |   Codyssey AI 네이티브 Final Project   |   2026.10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https://medicine-guide-ai.vercel.app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문제: 약봉투는 어르신에게 너무 어렵습니다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63EB"/>
                </a:solidFill>
                <a:latin typeface="Malgun Gothic"/>
              </a:rPr>
              <a:t>글자가 작고 용어가 어렵다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Malgun Gothic"/>
              </a:rPr>
              <a:t>약봉투·처방전의 작은 글자와 전문 용어를 노년층이 이해하기 어렵습니다.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10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63EB"/>
                </a:solidFill>
                <a:latin typeface="Malgun Gothic"/>
              </a:rPr>
              <a:t>새 약이 기존 약과 겹치는지 모른다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Malgun Gothic"/>
              </a:rPr>
              <a:t>여러 병원에서 약을 받으면 중복·주의할 점을 스스로 확인하기 어렵습니다.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10972800" cy="14630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4213D"/>
                </a:solidFill>
                <a:latin typeface="Malgun Gothic"/>
              </a:rPr>
              <a:t>팀 회의(10/5)에서 정한 방향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4213D"/>
                </a:solidFill>
                <a:latin typeface="Malgun Gothic"/>
              </a:rPr>
              <a:t>타깃은 노년층, 자녀·보호자도 내용을 확인할 수 있게 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해결: 사진 한 장 → AI가 읽고 → 확인 → 저장·비교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205740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9718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4213D"/>
                </a:solidFill>
                <a:latin typeface="Malgun Gothic"/>
              </a:rPr>
              <a:t>사진 올리기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처방전·약봉투 사진 업로드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(동의 체크 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205740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9718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4213D"/>
                </a:solidFill>
                <a:latin typeface="Malgun Gothic"/>
              </a:rPr>
              <a:t>AI가 읽기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52044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약 이름·효능·복용법·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주의사항을 쉬운 말로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205740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9718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4213D"/>
                </a:solidFill>
                <a:latin typeface="Malgun Gothic"/>
              </a:rPr>
              <a:t>내가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52044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이름이 틀리면 수정,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잘못 들어온 약은 삭제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82880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19" y="205740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79" y="29718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4213D"/>
                </a:solidFill>
                <a:latin typeface="Malgun Gothic"/>
              </a:rPr>
              <a:t>저장·비교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352044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복용 중인 약으로 저장,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새 약과 비교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4213D"/>
                </a:solidFill>
                <a:latin typeface="Malgun Gothic"/>
              </a:rPr>
              <a:t>큰 글자 모드(기본/크게/특대)와 음성 읽어주기, 주의사항을 클릭 없이 바로 보여주는 화면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실제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4</a:t>
            </a:r>
          </a:p>
        </p:txBody>
      </p:sp>
      <p:pic>
        <p:nvPicPr>
          <p:cNvPr id="4" name="Picture 3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4902025" cy="4846320"/>
          </a:xfrm>
          <a:prstGeom prst="rect">
            <a:avLst/>
          </a:prstGeom>
        </p:spPr>
      </p:pic>
      <p:pic>
        <p:nvPicPr>
          <p:cNvPr id="5" name="Picture 4" descr="result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4902025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2636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첫 화면: 동의 체크, AI 안내 문구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636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결과: 확인·수정, 저장된 약과 비교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AI 활용: 필수 기술 요소 2가지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63EB"/>
                </a:solidFill>
                <a:latin typeface="Malgun Gothic"/>
              </a:rPr>
              <a:t>멀티모달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Malgun Gothic"/>
              </a:rPr>
              <a:t>약봉투·처방전 이미지를 Gemini 2.5 Flash에 직접 입력해 약 이름·효능·복용법·주의사항을 JSON으로 추출합니다.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1907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63EB"/>
                </a:solidFill>
                <a:latin typeface="Malgun Gothic"/>
              </a:rPr>
              <a:t>Long-term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Malgun Gothic"/>
              </a:rPr>
              <a:t>사용자가 확인한 복용 약 목록을 브라우저에 저장하고, 다음 분석 때 AI 요청에 함께 보내 비교 안내를 만듭니다.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10972800" cy="17373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424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4213D"/>
                </a:solidFill>
                <a:latin typeface="Malgun Gothic"/>
              </a:rPr>
              <a:t>프롬프트 규칙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4213D"/>
                </a:solidFill>
                <a:latin typeface="Malgun Gothic"/>
              </a:rPr>
              <a:t>· 사진에 없는 약을 추측하지 않고 인쇄된 이름을 그대로 적기   · 줄 그어지거나 안 읽히는 약은 제외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4213D"/>
                </a:solidFill>
                <a:latin typeface="Malgun Gothic"/>
              </a:rPr>
              <a:t>· 이름·주민번호·전화번호 등 개인정보는 결과에 넣지 않기   · 확실하지 않으면 약사 상담 안내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시스템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87451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563EB"/>
                </a:solidFill>
                <a:latin typeface="Malgun Gothic"/>
              </a:rPr>
              <a:t>브라우저 (React)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동의 → 사진 선택(축소)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결과 확인·수정·삭제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큰 글자 / 음성 읽기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87451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6A34A"/>
                </a:solidFill>
                <a:latin typeface="Malgun Gothic"/>
              </a:rPr>
              <a:t>Vercel 서버리스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/api/analyze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지시문 + 응답 검증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GEMINI_API_KEY (환경변수)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EA580C"/>
                </a:solidFill>
                <a:latin typeface="Malgun Gothic"/>
              </a:rPr>
              <a:t>Gemini 2.5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2316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멀티모달: 이미지 + 텍스트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약 정보 + 비교 문구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JSON으로 응답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77639" y="2468880"/>
            <a:ext cx="41148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772400" y="2468880"/>
            <a:ext cx="41148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9333EA"/>
                </a:solidFill>
                <a:latin typeface="Malgun Gothic"/>
              </a:rPr>
              <a:t>localStorage (myMeds)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확인된 복용 약 저장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(Long-term Memory)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48056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Malgun Gothic"/>
              </a:rPr>
              <a:t>· 사진은 서버에 저장하지 않고 분석 요청에만 사용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Malgun Gothic"/>
              </a:rPr>
              <a:t>· API 키는 코드·GitHub에 올리지 않고 서버 환경변수로만 관리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Malgun Gothic"/>
              </a:rPr>
              <a:t>· main에 push하면 Vercel이 자동 배포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기술 선택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Gemini 2.5 Flash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64592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7223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Malgun Gothic"/>
              </a:rPr>
              <a:t>이미지와 텍스트를 한 번에 처리하고 한국어 문서를 읽을 수 있음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74320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743200"/>
            <a:ext cx="7223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Malgun Gothic"/>
              </a:rPr>
              <a:t>화면을 컴포넌트로 나눠 구성하기 쉬움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Vercel 서버리스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84048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3840480"/>
            <a:ext cx="7223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Malgun Gothic"/>
              </a:rPr>
              <a:t>별도 서버 없이 배포, API 키를 서버에 숨길 수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37759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59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localStorage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937759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4937759"/>
            <a:ext cx="7223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75569"/>
                </a:solidFill>
                <a:latin typeface="Malgun Gothic"/>
              </a:rPr>
              <a:t>개인정보(복용 약)를 서버에 저장하지 않는 가장 단순한 방식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겪은 문제와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Malgun Gothic"/>
              </a:rPr>
              <a:t>처음엔 예시 결과만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미리 입력한 결과가 나와서 사진과 무관했음 → 실제 AI 호출로 교체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10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Malgun Gothic"/>
              </a:rPr>
              <a:t>약 이름 오인식·줄 그어진 약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아목틴→아목시, 스틸렉스→스틸녹스 등 → 이름 수정·약 삭제 단계 추가, 프롬프트 규칙 강화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0507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Malgun Gothic"/>
              </a:rPr>
              <a:t>휴대폰 화면이 깨짐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CSS 파일이 연결되지 않았던 것이 원인 → 연결 후 모바일 레이아웃 수정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0507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Malgun Gothic"/>
              </a:rPr>
              <a:t>API 키 노출 위험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7200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브라우저에 노출되는 환경변수 이름을 사용 → 서버 전용 변수로 교체, 기존 키 폐기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사용자 테스트와 피드백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9728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4241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Malgun Gothic"/>
              </a:rPr>
              <a:t>테스트 대상: [테스터 수·연령대 작성]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Malgun Gothic"/>
              </a:rPr>
              <a:t>주요 피드백: [작성]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Malgun Gothic"/>
              </a:rPr>
              <a:t>반영한 개선: [작성]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A580C"/>
                </a:solidFill>
                <a:latin typeface="Malgun Gothic"/>
              </a:rPr>
              <a:t>※ 테스트 후 docs/05_사용자피드백기록.md의 실제 결과로 채웁니다. (테스터는 T1, T2 … 로 기록)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AI 윤리와 개인정보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563EB"/>
                </a:solidFill>
                <a:latin typeface="Malgun Gothic"/>
              </a:rPr>
              <a:t>AI 생성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08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모든 화면에 AI가 만든 참고용 정보이며 의사·약사 상담을 대체하지 않는다고 표시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1051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563EB"/>
                </a:solidFill>
                <a:latin typeface="Malgun Gothic"/>
              </a:rPr>
              <a:t>동의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77440"/>
            <a:ext cx="3108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사진이 외부 AI 서비스로 전송됨을 알리고 동의 체크 후에만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563EB"/>
                </a:solidFill>
                <a:latin typeface="Malgun Gothic"/>
              </a:rPr>
              <a:t>개인정보 최소화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77440"/>
            <a:ext cx="3108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이름·주민번호 등은 가려서 올리도록 안내, AI에게도 결과에 넣지 않도록 지시, 사진은 서버에 저장하지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한계와 향후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949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63EB"/>
                </a:solidFill>
                <a:latin typeface="Malgun Gothic"/>
              </a:rPr>
              <a:t>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Malgun Gothic"/>
              </a:rPr>
              <a:t>· 약 목록이 기기(브라우저)에만 저장됨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Malgun Gothic"/>
              </a:rPr>
              <a:t>· 사진 상태에 따라 이름을 잘못 읽을 수 있음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Malgun Gothic"/>
              </a:rPr>
              <a:t>· 약 비교는 AI의 일반 지식 기반이며 공공 DB 검증 없음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10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63EB"/>
                </a:solidFill>
                <a:latin typeface="Malgun Gothic"/>
              </a:rPr>
              <a:t>향후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9377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Malgun Gothic"/>
              </a:rPr>
              <a:t>· 로그인과 DB로 기기를 바꿔도 약 목록 유지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Malgun Gothic"/>
              </a:rPr>
              <a:t>· 가족 공유 기능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Malgun Gothic"/>
              </a:rPr>
              <a:t>· 공공 의약품 정보 API로 상호작용 정보 보강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Malgun Gothic"/>
              </a:rPr>
              <a:t>· 복약 알람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13D"/>
                </a:solidFill>
                <a:latin typeface="Malgun Gothic"/>
              </a:rPr>
              <a:t>팀 역할과 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63EB"/>
                </a:solidFill>
                <a:latin typeface="Malgun Gothic"/>
              </a:rPr>
              <a:t>최영진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개발 · 배포
프론트엔드, AI 연동 서버리스 함수, Vercel 배포, GitHub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1051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63EB"/>
                </a:solidFill>
                <a:latin typeface="Malgun Gothic"/>
              </a:rPr>
              <a:t>장보윤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7744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기획 · 사용자 조사
타깃 정의, "AI 인식 후 확인·저장" 흐름 제안, 사용자 테스트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63EB"/>
                </a:solidFill>
                <a:latin typeface="Malgun Gothic"/>
              </a:rPr>
              <a:t>이채리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7744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algun Gothic"/>
              </a:rPr>
              <a:t>기획 · 문서 · 발표
큰 글자·가족 공유·기초 데이터 저장 제안, 문서·발표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13D"/>
                </a:solidFill>
                <a:latin typeface="Malgun Gothic"/>
              </a:rPr>
              <a:t>협업 기록: 회의 3회(10/5, 10/6, 10/13) + 디스코드 논의 → docs/progress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13D"/>
                </a:solidFill>
                <a:latin typeface="Malgun Gothic"/>
              </a:rPr>
              <a:t>GitHub: github.com/17lucky71/medicine-guide-ai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